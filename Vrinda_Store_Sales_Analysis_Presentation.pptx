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69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9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549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0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6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75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2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4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8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Vrinda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Annual Sales Analysis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Excel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sales performance, customer behavior, top channels, and top-performing 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31,047 records, 19+ columns, e-commerce sales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values, created Month and Age Group columns, validated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built using Pivot Tables, Charts, and Slicers.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contributed ~64% of sales; Amazon was the top channel; Maharashtra generated highest revenue.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Maharashtra,Karnataka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Uttar Pradesh are the top 3 state(~35%)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age group (30-49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max contributing (~80%)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women customers, strengthen Amazon presence, optimize inventory in top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Excel, Pivot Tables, Pivot Charts, Slicers, Dashboard Design, Data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raw sales data into actionable business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153504"/>
            <a:ext cx="7543800" cy="1450757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171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Retrospect</vt:lpstr>
      <vt:lpstr>Vrinda Store Annual Sales Analysis 2025</vt:lpstr>
      <vt:lpstr>Business Problem</vt:lpstr>
      <vt:lpstr>Dataset Overview</vt:lpstr>
      <vt:lpstr>Data Cleaning &amp; Preparation</vt:lpstr>
      <vt:lpstr>Dashboard Overview</vt:lpstr>
      <vt:lpstr>Key Insights</vt:lpstr>
      <vt:lpstr>Business Recommendations</vt:lpstr>
      <vt:lpstr>Tools &amp; Skills Used</vt:lpstr>
      <vt:lpstr>Project Outcome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Vrinda Store Annual Sales Analysis 2026</dc:title>
  <dc:subject/>
  <dc:creator/>
  <cp:keywords/>
  <dc:description>generated using python-pptx</dc:description>
  <cp:lastModifiedBy>Rushikesh</cp:lastModifiedBy>
  <cp:revision>3</cp:revision>
  <dcterms:created xsi:type="dcterms:W3CDTF">2013-01-27T09:14:16Z</dcterms:created>
  <dcterms:modified xsi:type="dcterms:W3CDTF">2026-06-19T15:32:01Z</dcterms:modified>
  <cp:category/>
</cp:coreProperties>
</file>